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40D507-3502-4E3B-9F9A-D80ECDB80C1B}" v="23" dt="2026-02-02T03:38:29.4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a, Wei (jiawi)" userId="f7659978-f73a-47e7-88ad-5ddf20f09f38" providerId="ADAL" clId="{F8391647-0D8E-44D4-8CA3-DA6FA3333A31}"/>
    <pc:docChg chg="undo custSel addSld modSld">
      <pc:chgData name="Jia, Wei (jiawi)" userId="f7659978-f73a-47e7-88ad-5ddf20f09f38" providerId="ADAL" clId="{F8391647-0D8E-44D4-8CA3-DA6FA3333A31}" dt="2026-02-02T03:41:33.456" v="284" actId="255"/>
      <pc:docMkLst>
        <pc:docMk/>
      </pc:docMkLst>
      <pc:sldChg chg="addSp modSp new mod">
        <pc:chgData name="Jia, Wei (jiawi)" userId="f7659978-f73a-47e7-88ad-5ddf20f09f38" providerId="ADAL" clId="{F8391647-0D8E-44D4-8CA3-DA6FA3333A31}" dt="2026-02-02T03:41:33.456" v="284" actId="255"/>
        <pc:sldMkLst>
          <pc:docMk/>
          <pc:sldMk cId="1497915452" sldId="260"/>
        </pc:sldMkLst>
        <pc:graphicFrameChg chg="add mod modGraphic">
          <ac:chgData name="Jia, Wei (jiawi)" userId="f7659978-f73a-47e7-88ad-5ddf20f09f38" providerId="ADAL" clId="{F8391647-0D8E-44D4-8CA3-DA6FA3333A31}" dt="2026-02-02T03:41:33.456" v="284" actId="255"/>
          <ac:graphicFrameMkLst>
            <pc:docMk/>
            <pc:sldMk cId="1497915452" sldId="260"/>
            <ac:graphicFrameMk id="3" creationId="{49F3EF4E-DDE4-D07A-B203-4BCBA55563B6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031360"/>
              </p:ext>
            </p:extLst>
          </p:nvPr>
        </p:nvGraphicFramePr>
        <p:xfrm>
          <a:off x="457200" y="914400"/>
          <a:ext cx="63093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062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dirty="0"/>
                        <a:t>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dirty="0"/>
                        <a:t>Weights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dirty="0"/>
                        <a:t>95% 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628">
                <a:tc rowSpan="12"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600" dirty="0"/>
                        <a:t>h1</a:t>
                      </a:r>
                    </a:p>
                  </a:txBody>
                  <a:tcPr anchor="ctr"/>
                </a:tc>
                <a:tc rowSpan="8"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600" dirty="0"/>
                        <a:t>z*_1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>
                          <a:solidFill>
                            <a:schemeClr val="tx1"/>
                          </a:solidFill>
                        </a:rPr>
                        <a:t>z1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>
                          <a:solidFill>
                            <a:schemeClr val="tx1"/>
                          </a:solidFill>
                        </a:rPr>
                        <a:t>13.99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>
                          <a:solidFill>
                            <a:schemeClr val="tx1"/>
                          </a:solidFill>
                        </a:rPr>
                        <a:t>(0.16, 190.19)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z2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>
                          <a:solidFill>
                            <a:schemeClr val="tx1"/>
                          </a:solidFill>
                        </a:rPr>
                        <a:t>16.15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>
                          <a:solidFill>
                            <a:schemeClr val="tx1"/>
                          </a:solidFill>
                        </a:rPr>
                        <a:t>(0.17, 216.44)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z3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14.51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(0.15, 191.20)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z4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(-0.99, 1.02)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z5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-0.78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(-13.45, 0.28)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z6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(-1.15, 2.90)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z7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-0.09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(-1.75, 1.75)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z8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-1.95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(-25.32, 0.01)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600" dirty="0"/>
                        <a:t>z*_5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z33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1.60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(-0.01, 15.74)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z34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(-0.14, 8.24)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>
                          <a:solidFill>
                            <a:schemeClr val="tx1"/>
                          </a:solidFill>
                        </a:rPr>
                        <a:t>z35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12.24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(0.10, 117.19)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>
                          <a:solidFill>
                            <a:schemeClr val="tx1"/>
                          </a:solidFill>
                        </a:rPr>
                        <a:t>z36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4.92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 dirty="0">
                          <a:solidFill>
                            <a:schemeClr val="tx1"/>
                          </a:solidFill>
                        </a:rPr>
                        <a:t>(0.04, 47.50)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FDE30-BC09-A465-B9C4-63E65BEDE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732E63B-5CE6-5D9B-1453-2E497BE17D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779324"/>
              </p:ext>
            </p:extLst>
          </p:nvPr>
        </p:nvGraphicFramePr>
        <p:xfrm>
          <a:off x="457200" y="1600200"/>
          <a:ext cx="6309360" cy="765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39519907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41335184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51210668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70886048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4160918438"/>
                    </a:ext>
                  </a:extLst>
                </a:gridCol>
              </a:tblGrid>
              <a:tr h="13062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dirty="0"/>
                        <a:t>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dirty="0"/>
                        <a:t>Weights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dirty="0"/>
                        <a:t>95% 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442516"/>
                  </a:ext>
                </a:extLst>
              </a:tr>
              <a:tr h="130628">
                <a:tc rowSpan="22"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600" dirty="0"/>
                        <a:t>h2</a:t>
                      </a:r>
                    </a:p>
                  </a:txBody>
                  <a:tcPr anchor="ctr"/>
                </a:tc>
                <a:tc rowSpan="16"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600" dirty="0"/>
                        <a:t>z*_2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 dirty="0"/>
                        <a:t>z9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 dirty="0"/>
                        <a:t>22.85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 dirty="0"/>
                        <a:t>(0.25, 219.21)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2205155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/>
                        <a:t>z10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 dirty="0"/>
                        <a:t>18.03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 dirty="0"/>
                        <a:t>(0.19, 178.38)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060840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/>
                        <a:t>z11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/>
                        <a:t>24.22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 dirty="0"/>
                        <a:t>(0.27, 227.46)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375369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z12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-0.31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(-4.09, 1.79)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95983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z13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-1.01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(-7.36, 0.44)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365680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z14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-0.13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(-4.55, 3.40)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803763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z15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-0.67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(-13.12, 3.46)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776589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z16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-0.22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(-6.09, 2.25)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7372954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z17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-0.16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(-7.87, 2.36)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294376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z18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(-5.85, 7.50)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144822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z19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-0.30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(-4.86, 1.67)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303521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z20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(-3.24, 9.25)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692787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z21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-1.26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(-14.57, 0.82)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884553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z22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-0.88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(-8.51, 2.10)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191952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z23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3.32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dirty="0"/>
                        <a:t>(-0.35, 34.36)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618255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z24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-1.54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(-25.64, 2.92)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352589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600" dirty="0"/>
                        <a:t>z*_4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z27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-1.35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(-12.53, 0.29)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938106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z28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-3.47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(-46.81, 2.99)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444175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z29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-0.28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(-13.27, 6.44)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250021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z30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-0.08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/>
                        <a:t>(-3.46, 3.75)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18709"/>
                  </a:ext>
                </a:extLst>
              </a:tr>
              <a:tr h="13062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/>
                        <a:t>z31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/>
                        <a:t>34.93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/>
                        <a:t>(0.37, 340.19)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577342"/>
                  </a:ext>
                </a:extLst>
              </a:tr>
              <a:tr h="130648"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100"/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/>
                        <a:t>z32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/>
                        <a:t>13.76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600" b="1" dirty="0"/>
                        <a:t>(0.12, 137.70)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03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7036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D6AE9-4C3A-5C55-78B7-9E3B5EE3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C0B68F6-FFDC-F67C-4F15-D4995399D2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247272"/>
              </p:ext>
            </p:extLst>
          </p:nvPr>
        </p:nvGraphicFramePr>
        <p:xfrm>
          <a:off x="457200" y="1600200"/>
          <a:ext cx="8229600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3472919507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83373513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73193322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69495395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149825745"/>
                    </a:ext>
                  </a:extLst>
                </a:gridCol>
              </a:tblGrid>
              <a:tr h="117230">
                <a:tc>
                  <a:txBody>
                    <a:bodyPr/>
                    <a:lstStyle/>
                    <a:p>
                      <a:r>
                        <a:rPr sz="12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Weights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95% 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859599"/>
                  </a:ext>
                </a:extLst>
              </a:tr>
              <a:tr h="117230">
                <a:tc rowSpan="14">
                  <a:txBody>
                    <a:bodyPr/>
                    <a:lstStyle/>
                    <a:p>
                      <a:pPr algn="l"/>
                      <a:r>
                        <a:rPr sz="1600" dirty="0"/>
                        <a:t>h1</a:t>
                      </a:r>
                    </a:p>
                  </a:txBody>
                  <a:tcPr anchor="ctr"/>
                </a:tc>
                <a:tc rowSpan="8">
                  <a:txBody>
                    <a:bodyPr/>
                    <a:lstStyle/>
                    <a:p>
                      <a:pPr algn="l"/>
                      <a:r>
                        <a:rPr sz="1600" dirty="0"/>
                        <a:t>z*_1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z1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-7.60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(-45.87, -0.24)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296472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z2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-8.52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(-50.49, -0.26)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285890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z3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-8.31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 dirty="0"/>
                        <a:t>(-53.59, -0.24)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014191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z4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-0.02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(-20.99, 0.14)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559923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z5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(-0.01, 5.36)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58085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z6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-0.14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(-0.79, 0.01)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526798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z7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-0.11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(-2.22, 0.49)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8016191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z8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-0.13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(-1.47, 0.42)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420140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sz="1600" dirty="0"/>
                        <a:t>z*_3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 b="1" dirty="0"/>
                        <a:t>z25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 dirty="0"/>
                        <a:t>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 dirty="0"/>
                        <a:t>(0.03, 9.74)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691032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z26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 dirty="0"/>
                        <a:t>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 dirty="0"/>
                        <a:t>(0.02, 5.46)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42042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l"/>
                      <a:r>
                        <a:rPr sz="1600" dirty="0"/>
                        <a:t>z*_5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z33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-0.38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(-1.71, 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44085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z34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-0.08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(-0.46, 0.04)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531435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z35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1.61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(0.08, 7.99)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096183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z36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1.54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 dirty="0"/>
                        <a:t>(0.07, 7.76)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429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1041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5DBA9-FFB7-9956-2EA7-F3D30A4EC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4D864B-4239-EC2B-5CC4-475DF8B97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291308"/>
              </p:ext>
            </p:extLst>
          </p:nvPr>
        </p:nvGraphicFramePr>
        <p:xfrm>
          <a:off x="-706728" y="197680"/>
          <a:ext cx="8229600" cy="905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7230">
                <a:tc>
                  <a:txBody>
                    <a:bodyPr/>
                    <a:lstStyle/>
                    <a:p>
                      <a:r>
                        <a:rPr sz="12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Weights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/>
                        <a:t>95% 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959109"/>
                  </a:ext>
                </a:extLst>
              </a:tr>
              <a:tr h="117230">
                <a:tc rowSpan="24">
                  <a:txBody>
                    <a:bodyPr/>
                    <a:lstStyle/>
                    <a:p>
                      <a:r>
                        <a:rPr sz="1800" dirty="0"/>
                        <a:t>h2</a:t>
                      </a:r>
                    </a:p>
                  </a:txBody>
                  <a:tcPr anchor="ctr"/>
                </a:tc>
                <a:tc rowSpan="16">
                  <a:txBody>
                    <a:bodyPr/>
                    <a:lstStyle/>
                    <a:p>
                      <a:r>
                        <a:rPr sz="1800" dirty="0"/>
                        <a:t>z*_2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z9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/>
                        <a:t>5.50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dirty="0"/>
                        <a:t>(0.05, 36.49)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/>
                        <a:t>z10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/>
                        <a:t>4.41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/>
                        <a:t>(0.05, 28.46)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/>
                        <a:t>z11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/>
                        <a:t>4.29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dirty="0"/>
                        <a:t>(0.01, 29.59)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z12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(-0.27, 1.18)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/>
                        <a:t>z13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/>
                        <a:t>-0.30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dirty="0"/>
                        <a:t>(-2.98, 0.31)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z14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(0.01, 3.38)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z15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-0.19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(-0.80, -0.01)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z16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-1.03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(-6.51, 0.42)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z17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(-0.37, 0.85)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z18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(-0.82, 0.70)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z19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-0.62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(-4.10, 0.13)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z20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-0.15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(-1.41, 0.45)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/>
                        <a:t>z21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dirty="0"/>
                        <a:t>3.02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dirty="0"/>
                        <a:t>(0.03, 17.51)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z22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-0.91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(-5.58, -0.02)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z23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-0.61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(-4.30, 0.07)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z24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-0.29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(-2.23, 0.04)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sz="1800" dirty="0"/>
                        <a:t>z*_3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b="1" dirty="0"/>
                        <a:t>z25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dirty="0"/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dirty="0"/>
                        <a:t>(0.01, 5.04)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dirty="0"/>
                        <a:t>z26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dirty="0"/>
                        <a:t>(0.01, 6.98)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r>
                        <a:rPr sz="1800" dirty="0"/>
                        <a:t>z*_4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z27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-0.18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(-2.31, 0.56)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z28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(-0.47, 7.25)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z29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(-0.98, 9.29)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z30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2.88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(0.06, 14.43)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</a:rPr>
                        <a:t>z31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</a:rPr>
                        <a:t>-22.74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</a:rPr>
                        <a:t>(-83.54, -1.18)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11726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</a:rPr>
                        <a:t>z32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</a:rPr>
                        <a:t>-8.33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(-32.51, -0.37)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8034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5D782-B6F7-F9D2-E283-5D1264FFF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F3EF4E-DDE4-D07A-B203-4BCBA55563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995431"/>
              </p:ext>
            </p:extLst>
          </p:nvPr>
        </p:nvGraphicFramePr>
        <p:xfrm>
          <a:off x="457200" y="1600200"/>
          <a:ext cx="6583680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83373513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73193322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69495395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149825745"/>
                    </a:ext>
                  </a:extLst>
                </a:gridCol>
              </a:tblGrid>
              <a:tr h="117230">
                <a:tc>
                  <a:txBody>
                    <a:bodyPr/>
                    <a:lstStyle/>
                    <a:p>
                      <a:pPr algn="ctr"/>
                      <a:r>
                        <a:rPr sz="2000" b="1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Chemical</a:t>
                      </a:r>
                      <a:endParaRPr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/>
                        <a:t>95% 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859599"/>
                  </a:ext>
                </a:extLst>
              </a:tr>
              <a:tr h="117230">
                <a:tc rowSpan="8"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Pth</a:t>
                      </a:r>
                      <a:r>
                        <a:rPr lang="en-US" sz="1600" dirty="0"/>
                        <a:t> &amp; BPA</a:t>
                      </a:r>
                      <a:endParaRPr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MBP</a:t>
                      </a:r>
                      <a:endParaRPr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1.01</a:t>
                      </a:r>
                      <a:endParaRPr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(-2.52, 10.92)</a:t>
                      </a:r>
                      <a:endParaRPr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296472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MIBP</a:t>
                      </a:r>
                      <a:endParaRPr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0.68</a:t>
                      </a:r>
                      <a:endParaRPr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(-4.10, 9.64)</a:t>
                      </a:r>
                      <a:endParaRPr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285890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MEP2</a:t>
                      </a:r>
                      <a:endParaRPr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1.09</a:t>
                      </a:r>
                      <a:endParaRPr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(-3.20, 10.90)</a:t>
                      </a:r>
                      <a:endParaRPr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014191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MBZP2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2.62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(-3.52, 10.86)</a:t>
                      </a:r>
                      <a:endParaRPr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559923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MCPP</a:t>
                      </a:r>
                      <a:endParaRPr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60.90</a:t>
                      </a:r>
                      <a:endParaRPr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(0.60, 323.18)</a:t>
                      </a:r>
                      <a:endParaRPr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58085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MEHHP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1.45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(-1.78, 13.80)</a:t>
                      </a:r>
                      <a:endParaRPr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526798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MECPP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/>
                        <a:t>-</a:t>
                      </a:r>
                      <a:r>
                        <a:rPr lang="en-US" sz="1600" dirty="0"/>
                        <a:t>1.06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(-13.82, 3.88)</a:t>
                      </a:r>
                      <a:endParaRPr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8016191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BPA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10.86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(-2.10, 78.42)</a:t>
                      </a:r>
                      <a:endParaRPr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420140"/>
                  </a:ext>
                </a:extLst>
              </a:tr>
              <a:tr h="117230">
                <a:tc rowSpan="4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PFC</a:t>
                      </a:r>
                      <a:endParaRPr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PFOA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-1.15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(-7.66, 2.38)</a:t>
                      </a:r>
                      <a:endParaRPr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44085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PFOS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/>
                        <a:t>-</a:t>
                      </a:r>
                      <a:r>
                        <a:rPr lang="en-US" sz="1600" dirty="0"/>
                        <a:t>3.07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(-14.78, 2.83)</a:t>
                      </a:r>
                      <a:endParaRPr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531435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PFNA</a:t>
                      </a:r>
                      <a:endParaRPr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-12.21</a:t>
                      </a:r>
                      <a:endParaRPr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(-92.54, -0.02)</a:t>
                      </a:r>
                      <a:endParaRPr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096183"/>
                  </a:ext>
                </a:extLst>
              </a:tr>
              <a:tr h="1172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PFHXS</a:t>
                      </a:r>
                      <a:endParaRPr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/>
                        <a:t>1.</a:t>
                      </a:r>
                      <a:r>
                        <a:rPr lang="en-US" sz="1600" b="0" dirty="0"/>
                        <a:t>59</a:t>
                      </a:r>
                      <a:endParaRPr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(-3.51, 15.02)</a:t>
                      </a:r>
                      <a:endParaRPr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429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7915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710</Words>
  <Application>Microsoft Office PowerPoint</Application>
  <PresentationFormat>On-screen Show (4:3)</PresentationFormat>
  <Paragraphs>292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Wei Jia</dc:creator>
  <cp:keywords/>
  <dc:description>generated using python-pptx</dc:description>
  <cp:lastModifiedBy>Jia, Wei (jiawi)</cp:lastModifiedBy>
  <cp:revision>2</cp:revision>
  <dcterms:created xsi:type="dcterms:W3CDTF">2013-01-27T09:14:16Z</dcterms:created>
  <dcterms:modified xsi:type="dcterms:W3CDTF">2026-02-02T03:41:34Z</dcterms:modified>
  <cp:category/>
</cp:coreProperties>
</file>